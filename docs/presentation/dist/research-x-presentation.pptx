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claim-project-purpose
claim: claim-sier-context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claim-runtime-architecture
claim: claim-c4-container-boundary
claim: claim-acquisition-chain
claim: claim-bookmark-store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claim-evidence-invariant
claim: claim-memory-schema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claim-workflow-execution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claim-provider-gate
claim: claim-sier-boundary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claim-current-open-items
claim: claim-control-artifacts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claim-dev-entrypoints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research_x を5枚で見る</dc:title>
  <dc:subject>PptxGenJS Presentation</dc:subject>
  <dc:creator>Created by Marp</dc:creator>
  <cp:lastModifiedBy>Created by Marp</cp:lastModifiedBy>
  <cp:revision>1</cp:revision>
  <dcterms:created xsi:type="dcterms:W3CDTF">2026-06-30T01:13:26Z</dcterms:created>
  <dcterms:modified xsi:type="dcterms:W3CDTF">2026-06-30T01:13:26Z</dcterms:modified>
</cp:coreProperties>
</file>